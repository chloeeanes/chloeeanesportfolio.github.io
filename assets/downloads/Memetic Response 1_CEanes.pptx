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4545"/>
    <a:srgbClr val="58B6DB"/>
    <a:srgbClr val="BFAD0A"/>
    <a:srgbClr val="AD8755"/>
    <a:srgbClr val="80623C"/>
    <a:srgbClr val="E6A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9BCE7D-9880-42A9-83FF-24E341D8B454}" v="3" dt="2026-08-30T21:58:0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9" d="100"/>
          <a:sy n="79" d="100"/>
        </p:scale>
        <p:origin x="9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rlightmoon27@outlook.com" userId="162bb2c0c6c8131d" providerId="LiveId" clId="{7706138C-DFA5-4BF4-BB7B-D9449B9ACE03}"/>
    <pc:docChg chg="modSld">
      <pc:chgData name="starlightmoon27@outlook.com" userId="162bb2c0c6c8131d" providerId="LiveId" clId="{7706138C-DFA5-4BF4-BB7B-D9449B9ACE03}" dt="2026-08-30T21:59:41.460" v="50" actId="1076"/>
      <pc:docMkLst>
        <pc:docMk/>
      </pc:docMkLst>
      <pc:sldChg chg="addSp delSp modSp mod">
        <pc:chgData name="starlightmoon27@outlook.com" userId="162bb2c0c6c8131d" providerId="LiveId" clId="{7706138C-DFA5-4BF4-BB7B-D9449B9ACE03}" dt="2026-08-30T21:59:41.460" v="50" actId="1076"/>
        <pc:sldMkLst>
          <pc:docMk/>
          <pc:sldMk cId="320055818" sldId="257"/>
        </pc:sldMkLst>
        <pc:spChg chg="add del">
          <ac:chgData name="starlightmoon27@outlook.com" userId="162bb2c0c6c8131d" providerId="LiveId" clId="{7706138C-DFA5-4BF4-BB7B-D9449B9ACE03}" dt="2026-08-30T21:58:06.138" v="3"/>
          <ac:spMkLst>
            <pc:docMk/>
            <pc:sldMk cId="320055818" sldId="257"/>
            <ac:spMk id="19" creationId="{865E7623-97D2-F61B-2286-31AB11897952}"/>
          </ac:spMkLst>
        </pc:spChg>
        <pc:spChg chg="add del">
          <ac:chgData name="starlightmoon27@outlook.com" userId="162bb2c0c6c8131d" providerId="LiveId" clId="{7706138C-DFA5-4BF4-BB7B-D9449B9ACE03}" dt="2026-08-30T21:58:06.140" v="5"/>
          <ac:spMkLst>
            <pc:docMk/>
            <pc:sldMk cId="320055818" sldId="257"/>
            <ac:spMk id="20" creationId="{AB2567C3-544A-6264-0BB4-958E4C435854}"/>
          </ac:spMkLst>
        </pc:spChg>
        <pc:spChg chg="add mod">
          <ac:chgData name="starlightmoon27@outlook.com" userId="162bb2c0c6c8131d" providerId="LiveId" clId="{7706138C-DFA5-4BF4-BB7B-D9449B9ACE03}" dt="2026-08-30T21:59:41.460" v="50" actId="1076"/>
          <ac:spMkLst>
            <pc:docMk/>
            <pc:sldMk cId="320055818" sldId="257"/>
            <ac:spMk id="21" creationId="{C8F2568D-034C-9FEA-CB55-2503F8B1CCE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5" Type="http://schemas.microsoft.com/office/2007/relationships/media" Target="../media/media3.mp3"/><Relationship Id="rId4" Type="http://schemas.openxmlformats.org/officeDocument/2006/relationships/audio" Target="../media/media2.mp3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audio" Target="../media/media5.mp3"/><Relationship Id="rId3" Type="http://schemas.microsoft.com/office/2007/relationships/media" Target="../media/media4.mp3"/><Relationship Id="rId7" Type="http://schemas.microsoft.com/office/2007/relationships/media" Target="../media/media5.mp3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5" Type="http://schemas.microsoft.com/office/2007/relationships/media" Target="../media/media3.mp3"/><Relationship Id="rId10" Type="http://schemas.openxmlformats.org/officeDocument/2006/relationships/image" Target="../media/image1.png"/><Relationship Id="rId4" Type="http://schemas.openxmlformats.org/officeDocument/2006/relationships/audio" Target="../media/media4.mp3"/><Relationship Id="rId9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3.mp3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3.mp3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3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2.mp3"/><Relationship Id="rId5" Type="http://schemas.microsoft.com/office/2007/relationships/media" Target="../media/media2.mp3"/><Relationship Id="rId4" Type="http://schemas.openxmlformats.org/officeDocument/2006/relationships/audio" Target="../media/media3.mp3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media" Target="../media/media7.mp3"/><Relationship Id="rId13" Type="http://schemas.openxmlformats.org/officeDocument/2006/relationships/audio" Target="../media/audio1.wav"/><Relationship Id="rId3" Type="http://schemas.microsoft.com/office/2007/relationships/media" Target="../media/media3.mp3"/><Relationship Id="rId7" Type="http://schemas.openxmlformats.org/officeDocument/2006/relationships/audio" Target="NULL" TargetMode="External"/><Relationship Id="rId12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6.mp3"/><Relationship Id="rId11" Type="http://schemas.openxmlformats.org/officeDocument/2006/relationships/audio" Target="../media/media8.mp3"/><Relationship Id="rId5" Type="http://schemas.microsoft.com/office/2007/relationships/media" Target="../media/media6.mp3"/><Relationship Id="rId10" Type="http://schemas.microsoft.com/office/2007/relationships/media" Target="../media/media8.mp3"/><Relationship Id="rId4" Type="http://schemas.openxmlformats.org/officeDocument/2006/relationships/audio" Target="../media/media3.mp3"/><Relationship Id="rId9" Type="http://schemas.microsoft.com/office/2007/relationships/media" Target="../media/media4.mp3"/><Relationship Id="rId1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A8F3A7-A160-479C-30B6-E5D99481DF2C}"/>
              </a:ext>
            </a:extLst>
          </p:cNvPr>
          <p:cNvSpPr txBox="1"/>
          <p:nvPr/>
        </p:nvSpPr>
        <p:spPr>
          <a:xfrm>
            <a:off x="1264947" y="2297432"/>
            <a:ext cx="566740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After bathing for a while in the                 ,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0A3BA-9833-9A7F-AA2D-5E3D61AA62AF}"/>
              </a:ext>
            </a:extLst>
          </p:cNvPr>
          <p:cNvSpPr txBox="1"/>
          <p:nvPr/>
        </p:nvSpPr>
        <p:spPr>
          <a:xfrm>
            <a:off x="5141000" y="2297432"/>
            <a:ext cx="1677798" cy="4753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warm sun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8A9EF0-E38D-1AA1-A1D5-73DB5B5B8E22}"/>
              </a:ext>
            </a:extLst>
          </p:cNvPr>
          <p:cNvSpPr txBox="1"/>
          <p:nvPr/>
        </p:nvSpPr>
        <p:spPr>
          <a:xfrm>
            <a:off x="6517625" y="2283721"/>
            <a:ext cx="468385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I got up and               through the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22599-AAB3-A5F4-D587-BA671D7BA5F8}"/>
              </a:ext>
            </a:extLst>
          </p:cNvPr>
          <p:cNvSpPr txBox="1"/>
          <p:nvPr/>
        </p:nvSpPr>
        <p:spPr>
          <a:xfrm>
            <a:off x="1266253" y="3026505"/>
            <a:ext cx="2544660" cy="4613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large grassy field.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2C70DC-09FD-B81E-5C79-57B56F866495}"/>
              </a:ext>
            </a:extLst>
          </p:cNvPr>
          <p:cNvSpPr txBox="1"/>
          <p:nvPr/>
        </p:nvSpPr>
        <p:spPr>
          <a:xfrm>
            <a:off x="1051707" y="1471231"/>
            <a:ext cx="127474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pranced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7C2C5-DE87-38CF-8203-C79C7E087B82}"/>
              </a:ext>
            </a:extLst>
          </p:cNvPr>
          <p:cNvSpPr txBox="1"/>
          <p:nvPr/>
        </p:nvSpPr>
        <p:spPr>
          <a:xfrm>
            <a:off x="3607005" y="3028072"/>
            <a:ext cx="397078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Shortly after I began my stroll,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2E5CCB-A675-51BE-25C3-255494B585FF}"/>
              </a:ext>
            </a:extLst>
          </p:cNvPr>
          <p:cNvSpPr txBox="1"/>
          <p:nvPr/>
        </p:nvSpPr>
        <p:spPr>
          <a:xfrm>
            <a:off x="7480183" y="3027549"/>
            <a:ext cx="353866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I found myself arriving at a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85C65B-5817-3E58-BFC1-B12ABA785F13}"/>
              </a:ext>
            </a:extLst>
          </p:cNvPr>
          <p:cNvSpPr txBox="1"/>
          <p:nvPr/>
        </p:nvSpPr>
        <p:spPr>
          <a:xfrm>
            <a:off x="1265731" y="3725065"/>
            <a:ext cx="198539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small stream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A68653-6698-3DAF-9112-D731CD65A795}"/>
              </a:ext>
            </a:extLst>
          </p:cNvPr>
          <p:cNvSpPr txBox="1"/>
          <p:nvPr/>
        </p:nvSpPr>
        <p:spPr>
          <a:xfrm>
            <a:off x="2818216" y="3727416"/>
            <a:ext cx="66707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, gently cascading over                                 and       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9183CC-BE7F-A152-6B50-AFFCFA5FA3E1}"/>
              </a:ext>
            </a:extLst>
          </p:cNvPr>
          <p:cNvSpPr txBox="1"/>
          <p:nvPr/>
        </p:nvSpPr>
        <p:spPr>
          <a:xfrm>
            <a:off x="5775530" y="3728103"/>
            <a:ext cx="25067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latin typeface="Times New Roman"/>
              </a:rPr>
              <a:t>smooth river rocks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B5591D-3438-92E8-2C9D-F4B0004AE9E7}"/>
              </a:ext>
            </a:extLst>
          </p:cNvPr>
          <p:cNvSpPr txBox="1"/>
          <p:nvPr/>
        </p:nvSpPr>
        <p:spPr>
          <a:xfrm>
            <a:off x="8624130" y="3735225"/>
            <a:ext cx="62669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latin typeface="Times New Roman"/>
              </a:rPr>
              <a:t>dirt</a:t>
            </a:r>
            <a:endParaRPr lang="en-US" dirty="0"/>
          </a:p>
        </p:txBody>
      </p:sp>
      <p:pic>
        <p:nvPicPr>
          <p:cNvPr id="3" name="soundreality-spring-forest-nature-332842">
            <a:hlinkClick r:id="" action="ppaction://media"/>
            <a:extLst>
              <a:ext uri="{FF2B5EF4-FFF2-40B4-BE49-F238E27FC236}">
                <a16:creationId xmlns:a16="http://schemas.microsoft.com/office/drawing/2014/main" id="{BBC09549-DFBC-5CF0-A9F0-295498DCFAB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51886" y="261580"/>
            <a:ext cx="487363" cy="487363"/>
          </a:xfrm>
          <a:prstGeom prst="rect">
            <a:avLst/>
          </a:prstGeom>
        </p:spPr>
      </p:pic>
      <p:pic>
        <p:nvPicPr>
          <p:cNvPr id="15" name="freesound_community-running-on-grass-with-wet-feet-7030">
            <a:hlinkClick r:id="" action="ppaction://media"/>
            <a:extLst>
              <a:ext uri="{FF2B5EF4-FFF2-40B4-BE49-F238E27FC236}">
                <a16:creationId xmlns:a16="http://schemas.microsoft.com/office/drawing/2014/main" id="{8098E4DC-49FF-76F8-EC8B-152B9F7E988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51885" y="261580"/>
            <a:ext cx="487363" cy="487363"/>
          </a:xfrm>
          <a:prstGeom prst="rect">
            <a:avLst/>
          </a:prstGeom>
        </p:spPr>
      </p:pic>
      <p:pic>
        <p:nvPicPr>
          <p:cNvPr id="18" name="freesound_community-stream-5-55471">
            <a:hlinkClick r:id="" action="ppaction://media"/>
            <a:extLst>
              <a:ext uri="{FF2B5EF4-FFF2-40B4-BE49-F238E27FC236}">
                <a16:creationId xmlns:a16="http://schemas.microsoft.com/office/drawing/2014/main" id="{CFDBB37C-E638-CB73-7BE0-983F2EA5673A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51885" y="261580"/>
            <a:ext cx="487363" cy="48736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8F2568D-034C-9FEA-CB55-2503F8B1CCE6}"/>
              </a:ext>
            </a:extLst>
          </p:cNvPr>
          <p:cNvSpPr txBox="1"/>
          <p:nvPr/>
        </p:nvSpPr>
        <p:spPr>
          <a:xfrm>
            <a:off x="4247744" y="748943"/>
            <a:ext cx="3696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Peaceful Day Interrupted</a:t>
            </a:r>
          </a:p>
        </p:txBody>
      </p:sp>
    </p:spTree>
    <p:extLst>
      <p:ext uri="{BB962C8B-B14F-4D97-AF65-F5344CB8AC3E}">
        <p14:creationId xmlns:p14="http://schemas.microsoft.com/office/powerpoint/2010/main" val="32005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07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6AC00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6AC0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96296E-6 L 4.16667E-7 0.00023 C 0.01029 -0.00578 0.02109 -0.00972 0.03112 -0.01713 C 0.04023 -0.02384 0.04844 -0.03472 0.05742 -0.04259 C 0.0681 -0.05208 0.07083 -0.05301 0.08047 -0.0581 C 0.08398 -0.05625 0.08776 -0.05555 0.09089 -0.05254 C 0.09271 -0.05069 0.09375 -0.04722 0.09492 -0.04398 C 0.09857 -0.03333 0.10234 -0.02268 0.10521 -0.01134 C 0.1112 0.01158 0.10859 0.0007 0.11328 0.0213 C 0.11471 0.04167 0.11263 0.02408 0.11719 0.0426 C 0.11836 0.04699 0.12083 0.06343 0.12357 0.06806 C 0.1276 0.07454 0.13698 0.07639 0.14115 0.07801 C 0.16159 0.07153 0.1638 0.07292 0.17943 0.0625 C 0.19974 0.04885 0.18151 0.05926 0.20339 0.0426 C 0.20833 0.03866 0.21354 0.03635 0.21862 0.03264 C 0.22318 0.02917 0.22747 0.02431 0.23216 0.0213 C 0.23477 0.01945 0.24388 0.01783 0.24727 0.0169 C 0.24974 0.01991 0.25247 0.02199 0.25443 0.02547 C 0.25729 0.03056 0.25937 0.03681 0.26172 0.0426 C 0.26315 0.0463 0.26393 0.0507 0.26562 0.05394 C 0.27109 0.06343 0.27656 0.06482 0.28398 0.06667 C 0.28828 0.0676 0.29258 0.0676 0.29674 0.06806 C 0.30508 0.06713 0.31341 0.06783 0.32148 0.06528 C 0.32526 0.06412 0.32839 0.05949 0.3319 0.05672 C 0.33672 0.05301 0.35052 0.04329 0.35586 0.04121 C 0.35898 0.03982 0.36224 0.04028 0.36536 0.03959 C 0.37578 0.04236 0.36888 0.03935 0.38294 0.05394 C 0.38516 0.05625 0.38802 0.05764 0.3901 0.06088 C 0.40703 0.08773 0.39909 0.07755 0.41328 0.09352 C 0.41862 0.09074 0.42448 0.09028 0.42917 0.08519 C 0.43698 0.07662 0.44206 0.06158 0.45 0.05394 C 0.45495 0.04908 0.46419 0.03959 0.46992 0.03681 C 0.47279 0.03565 0.47578 0.03588 0.47865 0.03542 C 0.48138 0.03588 0.48411 0.03542 0.48672 0.03681 C 0.48906 0.0382 0.49102 0.04144 0.4931 0.04398 C 0.49349 0.04445 0.50846 0.06366 0.51146 0.06945 C 0.51445 0.07547 0.51432 0.07986 0.51784 0.08519 C 0.51849 0.08611 0.5194 0.08611 0.52018 0.08658 C 0.52344 0.08519 0.52669 0.08403 0.52982 0.08218 C 0.53164 0.08125 0.53346 0.07917 0.53542 0.07801 C 0.53685 0.07709 0.53854 0.07732 0.5401 0.07662 C 0.54349 0.07523 0.54727 0.07292 0.55052 0.07084 C 0.55508 0.0713 0.55964 0.07153 0.56406 0.07223 C 0.56575 0.07269 0.56732 0.07292 0.56888 0.07385 C 0.5707 0.07477 0.57344 0.08056 0.57448 0.08218 C 0.57526 0.0926 0.57565 0.10324 0.57682 0.11343 C 0.57865 0.12894 0.57839 0.11297 0.57839 0.11922 L 0.57839 0.11945 " pathEditMode="relative" rAng="0" ptsTypes="AAAAAAAAAAAAAAAAAAAAAAAAAAAAAAAAAAAAAAAAAAAAAAAA">
                                      <p:cBhvr>
                                        <p:cTn id="3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19" y="3102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204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7D45A"/>
                                      </p:to>
                                    </p:animClr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7D45A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8B6DB"/>
                                      </p:to>
                                    </p:animClr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8B6DB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7" dur="81960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EAEAE"/>
                                      </p:to>
                                    </p:animClr>
                                    <p:animClr clrSpc="rgb" dir="cw">
                                      <p:cBhvr>
                                        <p:cTn id="8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EAEAE"/>
                                      </p:to>
                                    </p:animClr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D8755"/>
                                      </p:to>
                                    </p:animClr>
                                    <p:animClr clrSpc="rgb" dir="cw">
                                      <p:cBhvr>
                                        <p:cTn id="9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D8755"/>
                                      </p:to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9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9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>
                <p:cTn id="9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  <p:bldLst>
      <p:bldP spid="4" grpId="0" build="allAtOnce"/>
      <p:bldP spid="5" grpId="0" build="allAtOnce"/>
      <p:bldP spid="6" grpId="0"/>
      <p:bldP spid="7" grpId="0" build="allAtOnce"/>
      <p:bldP spid="8" grpId="0"/>
      <p:bldP spid="8" grpId="1"/>
      <p:bldP spid="9" grpId="0"/>
      <p:bldP spid="10" grpId="0"/>
      <p:bldP spid="11" grpId="0" build="allAtOnce"/>
      <p:bldP spid="12" grpId="0"/>
      <p:bldP spid="13" grpId="0" build="allAtOnce"/>
      <p:bldP spid="14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185701-69DE-29DE-2A2C-4013D78E36CE}"/>
              </a:ext>
            </a:extLst>
          </p:cNvPr>
          <p:cNvSpPr txBox="1"/>
          <p:nvPr/>
        </p:nvSpPr>
        <p:spPr>
          <a:xfrm>
            <a:off x="1459318" y="2076239"/>
            <a:ext cx="683969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But, my peace did not last long, for what is this I see?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7B824-D392-D516-560D-237BCC731274}"/>
              </a:ext>
            </a:extLst>
          </p:cNvPr>
          <p:cNvSpPr txBox="1"/>
          <p:nvPr/>
        </p:nvSpPr>
        <p:spPr>
          <a:xfrm>
            <a:off x="8182892" y="2071177"/>
            <a:ext cx="24182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A               taunts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FC4340-388E-4738-2CBE-6C6038866B67}"/>
              </a:ext>
            </a:extLst>
          </p:cNvPr>
          <p:cNvSpPr txBox="1"/>
          <p:nvPr/>
        </p:nvSpPr>
        <p:spPr>
          <a:xfrm>
            <a:off x="8517308" y="2075915"/>
            <a:ext cx="11465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</a:rPr>
              <a:t>squirrel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1A8A9-E3E6-B967-A9EA-D021823C04BF}"/>
              </a:ext>
            </a:extLst>
          </p:cNvPr>
          <p:cNvSpPr txBox="1"/>
          <p:nvPr/>
        </p:nvSpPr>
        <p:spPr>
          <a:xfrm>
            <a:off x="1461554" y="2828469"/>
            <a:ext cx="33376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from across the            ,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E3FB4F-F89D-6400-1EAF-0567A43BADB9}"/>
              </a:ext>
            </a:extLst>
          </p:cNvPr>
          <p:cNvSpPr txBox="1"/>
          <p:nvPr/>
        </p:nvSpPr>
        <p:spPr>
          <a:xfrm>
            <a:off x="4408204" y="2837916"/>
            <a:ext cx="660162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shaking its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       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at me violently and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 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chirping while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54C623-D65F-35B4-2755-357845524BEC}"/>
              </a:ext>
            </a:extLst>
          </p:cNvPr>
          <p:cNvSpPr txBox="1"/>
          <p:nvPr/>
        </p:nvSpPr>
        <p:spPr>
          <a:xfrm>
            <a:off x="5802713" y="2847363"/>
            <a:ext cx="59820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tail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551ECB-D15D-7428-170E-88A411CF4E78}"/>
              </a:ext>
            </a:extLst>
          </p:cNvPr>
          <p:cNvSpPr txBox="1"/>
          <p:nvPr/>
        </p:nvSpPr>
        <p:spPr>
          <a:xfrm>
            <a:off x="1459906" y="3564308"/>
            <a:ext cx="492807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keeping its distance halfway up a       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08A355-080A-BAA9-93ED-55AA4D72ACCC}"/>
              </a:ext>
            </a:extLst>
          </p:cNvPr>
          <p:cNvSpPr txBox="1"/>
          <p:nvPr/>
        </p:nvSpPr>
        <p:spPr>
          <a:xfrm>
            <a:off x="6274036" y="3564308"/>
            <a:ext cx="23999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It looks delicious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EB9D60-397F-8006-AA80-CD0094CED4B0}"/>
              </a:ext>
            </a:extLst>
          </p:cNvPr>
          <p:cNvSpPr txBox="1"/>
          <p:nvPr/>
        </p:nvSpPr>
        <p:spPr>
          <a:xfrm>
            <a:off x="4664579" y="4447373"/>
            <a:ext cx="321179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0" i="0" u="none" strike="noStrike" baseline="0" dirty="0">
                <a:solidFill>
                  <a:srgbClr val="C00000"/>
                </a:solidFill>
                <a:latin typeface="Times New Roman"/>
              </a:rPr>
              <a:t>I must get this</a:t>
            </a:r>
            <a:r>
              <a:rPr lang="en-US" sz="2400" dirty="0">
                <a:solidFill>
                  <a:srgbClr val="C00000"/>
                </a:solidFill>
                <a:latin typeface="Times New Roman"/>
              </a:rPr>
              <a:t>             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Times New Roman"/>
              </a:rPr>
              <a:t>.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E2D45-4FB1-06F5-7AA0-7653963EA297}"/>
              </a:ext>
            </a:extLst>
          </p:cNvPr>
          <p:cNvSpPr txBox="1"/>
          <p:nvPr/>
        </p:nvSpPr>
        <p:spPr>
          <a:xfrm>
            <a:off x="6530409" y="4447373"/>
            <a:ext cx="118929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C00000"/>
                </a:solidFill>
                <a:latin typeface="Times New Roman"/>
              </a:rPr>
              <a:t>squirrel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5AEDC-F23C-BAC1-2C8F-0F1F2C7EA42F}"/>
              </a:ext>
            </a:extLst>
          </p:cNvPr>
          <p:cNvSpPr txBox="1"/>
          <p:nvPr/>
        </p:nvSpPr>
        <p:spPr>
          <a:xfrm>
            <a:off x="3404730" y="2828468"/>
            <a:ext cx="1038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stream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4563C4-190D-D5A3-C01C-966E3B39DF6E}"/>
              </a:ext>
            </a:extLst>
          </p:cNvPr>
          <p:cNvSpPr txBox="1"/>
          <p:nvPr/>
        </p:nvSpPr>
        <p:spPr>
          <a:xfrm>
            <a:off x="5578712" y="3564308"/>
            <a:ext cx="6785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/>
              </a:rPr>
              <a:t>tree</a:t>
            </a:r>
            <a:endParaRPr lang="en-US" dirty="0"/>
          </a:p>
        </p:txBody>
      </p:sp>
      <p:pic>
        <p:nvPicPr>
          <p:cNvPr id="2" name="soundreality-spring-forest-nature-332842">
            <a:hlinkClick r:id="" action="ppaction://media"/>
            <a:extLst>
              <a:ext uri="{FF2B5EF4-FFF2-40B4-BE49-F238E27FC236}">
                <a16:creationId xmlns:a16="http://schemas.microsoft.com/office/drawing/2014/main" id="{93B70367-EC57-D0E2-9E4D-71485D2FF2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94308" y="237045"/>
            <a:ext cx="487363" cy="487363"/>
          </a:xfrm>
          <a:prstGeom prst="rect">
            <a:avLst/>
          </a:prstGeom>
        </p:spPr>
      </p:pic>
      <p:pic>
        <p:nvPicPr>
          <p:cNvPr id="14" name="Triggered - QuickSounds.com">
            <a:hlinkClick r:id="" action="ppaction://media"/>
            <a:extLst>
              <a:ext uri="{FF2B5EF4-FFF2-40B4-BE49-F238E27FC236}">
                <a16:creationId xmlns:a16="http://schemas.microsoft.com/office/drawing/2014/main" id="{59A70CCA-8BF1-F362-3450-1B13A6AC03C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94304" y="237044"/>
            <a:ext cx="487363" cy="487363"/>
          </a:xfrm>
          <a:prstGeom prst="rect">
            <a:avLst/>
          </a:prstGeom>
        </p:spPr>
      </p:pic>
      <p:pic>
        <p:nvPicPr>
          <p:cNvPr id="16" name="Triggered - QuickSounds.com">
            <a:hlinkClick r:id="" action="ppaction://media"/>
            <a:extLst>
              <a:ext uri="{FF2B5EF4-FFF2-40B4-BE49-F238E27FC236}">
                <a16:creationId xmlns:a16="http://schemas.microsoft.com/office/drawing/2014/main" id="{9FE2517F-4A12-DE42-0210-8B731913546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94306" y="237044"/>
            <a:ext cx="487363" cy="487363"/>
          </a:xfrm>
          <a:prstGeom prst="rect">
            <a:avLst/>
          </a:prstGeom>
        </p:spPr>
      </p:pic>
      <p:pic>
        <p:nvPicPr>
          <p:cNvPr id="17" name="freesound_community-stream-5-55471">
            <a:hlinkClick r:id="" action="ppaction://media"/>
            <a:extLst>
              <a:ext uri="{FF2B5EF4-FFF2-40B4-BE49-F238E27FC236}">
                <a16:creationId xmlns:a16="http://schemas.microsoft.com/office/drawing/2014/main" id="{2A82EB36-6CAF-B61B-A6E1-901A9825FA8D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94307" y="237045"/>
            <a:ext cx="487363" cy="487363"/>
          </a:xfrm>
          <a:prstGeom prst="rect">
            <a:avLst/>
          </a:prstGeom>
        </p:spPr>
      </p:pic>
      <p:pic>
        <p:nvPicPr>
          <p:cNvPr id="18" name="freesound_community-squirrel-74027">
            <a:hlinkClick r:id="" action="ppaction://media"/>
            <a:extLst>
              <a:ext uri="{FF2B5EF4-FFF2-40B4-BE49-F238E27FC236}">
                <a16:creationId xmlns:a16="http://schemas.microsoft.com/office/drawing/2014/main" id="{B7172681-E27B-355D-7971-60C6EAF989E4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94306" y="23704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73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0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EAEAE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EAEAE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0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79167E-6 -1.11111E-6 C -0.00286 -0.00185 -0.01276 -0.00764 -0.01914 -0.01134 C -0.02161 -0.01319 -0.02851 -0.01435 -0.0263 -0.01713 C -0.02369 -0.02037 0.00144 -0.01713 0.00235 -0.01713 C 0.01016 -0.01736 0.02709 -0.01458 0.0375 -0.0213 C 0.03842 -0.02176 0.03907 -0.02315 0.03985 -0.02407 C 0.03516 -0.02963 0.03777 -0.02731 0.02865 -0.02986 C 0.01563 -0.03333 0.0099 -0.03449 -0.00078 -0.0368 C -0.00781 -0.04051 -0.01497 -0.04375 -0.02161 -0.04954 L -0.02473 -0.05255 C -0.02213 -0.0544 -0.01966 -0.05717 -0.01679 -0.0581 C -0.01289 -0.05949 -0.00885 -0.05926 -0.00481 -0.05949 L 0.01511 -0.06088 C 0.00821 -0.05949 0.00131 -0.05694 -0.00559 -0.05671 C -0.01575 -0.05648 -0.04596 -0.06157 -0.03593 -0.05949 C -0.02135 -0.05648 -0.00664 -0.05579 0.00795 -0.05393 C 0.00157 -0.05301 -0.00481 -0.05278 -0.01119 -0.05116 C -0.01419 -0.05023 -0.02278 -0.04907 -0.01992 -0.04676 C -0.01419 -0.04213 -0.00729 -0.04352 -0.00078 -0.04259 C 0.00977 -0.04074 0.02045 -0.03981 0.03112 -0.03819 C 0.02917 -0.03495 0.02787 -0.03055 0.02553 -0.02847 C 0.01915 -0.02245 0.0056 -0.01412 0.0056 -0.01389 C 0.00717 -0.0118 0.0099 -0.01065 0.01029 -0.00717 C 0.01055 -0.00579 0.00665 0.00093 0.0056 0.00278 C 0.04909 0.01945 0.00769 0.0081 0.07331 0.00139 C 0.075 0.00116 0.07097 0.00625 0.06941 0.00718 C 0.0517 0.01528 0.03373 0.0213 0.01589 0.02847 C 0.00951 0.02778 0.003 0.02894 -0.00325 0.02685 C -0.00611 0.02593 -0.01406 0.02107 -0.01119 0.01991 C -0.00182 0.01597 0.00795 0.01898 0.01745 0.01852 L -0.00638 0.00718 C -0.00911 0.00602 -0.01197 0.00625 -0.01445 0.00417 C -0.01679 0.00232 -0.02317 -0.00231 -0.02083 -0.00417 C -0.01614 -0.0081 -0.01067 -0.00324 -0.00559 -0.00278 C -0.00455 -0.00185 -0.00351 -0.00116 -0.00247 -1.11111E-6 C 0.0043 0.00695 0.00274 0.00185 -4.79167E-6 -1.11111E-6 Z " pathEditMode="relative" rAng="0" ptsTypes="AAAAAAAAAAAAAAAAAAAAAAAAAAAAAAAAAAAA">
                                      <p:cBhvr>
                                        <p:cTn id="39" dur="3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4" y="-162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3578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8B6DB"/>
                                      </p:to>
                                    </p:animClr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8B6DB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0" dur="8196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0.0007 L -0.00013 0.0007 C -0.00365 -0.00347 -0.0069 -0.00833 -0.01055 -0.01203 C -0.01198 -0.01342 -0.0138 -0.01389 -0.01536 -0.01481 C -0.01667 -0.01574 -0.01797 -0.0169 -0.0194 -0.01759 C -0.02656 -0.02245 -0.02174 -0.01828 -0.02734 -0.02338 C -0.02917 -0.02662 -0.03555 -0.03403 -0.03294 -0.03333 C -0.03164 -0.0331 -0.02044 -0.03032 -0.01693 -0.02916 C -0.01445 -0.02824 -0.01367 -0.02754 -0.01133 -0.02615 C -0.00872 -0.02708 -0.00586 -0.02731 -0.00338 -0.02916 C -0.00182 -0.03009 -0.00078 -0.0331 0.00065 -0.03472 C 0.00208 -0.03657 0.00378 -0.0375 0.00547 -0.03912 C 0.00729 -0.04074 0.00912 -0.04305 0.01094 -0.04467 C 0.01719 -0.05023 0.02201 -0.0537 0.02852 -0.0574 C 0.03125 -0.05903 0.03399 -0.06018 0.03659 -0.0618 C 0.03932 -0.06342 0.0418 -0.06574 0.04453 -0.06736 C 0.04531 -0.06782 0.04766 -0.06967 0.04688 -0.06898 C 0.04544 -0.06713 0.04375 -0.06597 0.04219 -0.06458 C 0.03893 -0.06203 0.03581 -0.05949 0.03255 -0.0574 C 0.02487 -0.05301 0.01966 -0.05301 0.01185 -0.05046 C 0.00352 -0.04768 -0.01302 -0.0419 -0.01302 -0.0419 C -0.02148 -0.04421 -0.03021 -0.04537 -0.03854 -0.04907 C -0.04414 -0.05139 -0.05417 -0.06088 -0.06003 -0.06597 C -0.0612 -0.06551 -0.0638 -0.06643 -0.06328 -0.06458 C -0.06107 -0.05717 -0.05247 -0.04606 -0.04805 -0.0419 C -0.04479 -0.03865 -0.04128 -0.03565 -0.03776 -0.03333 C -0.03359 -0.03078 -0.02917 -0.02986 -0.025 -0.02754 L -0.0194 -0.02477 C -0.01719 -0.02384 -0.01497 -0.02315 -0.01302 -0.02199 C -0.00963 -0.0199 -0.00651 -0.01713 -0.00338 -0.01481 C 0.00404 -0.01574 0.01159 -0.01643 0.01901 -0.01759 C 0.02201 -0.01828 0.02487 -0.0199 0.02774 -0.0206 C 0.03073 -0.02129 0.03359 -0.02153 0.03659 -0.02199 C 0.03867 -0.02245 0.04076 -0.02291 0.04297 -0.02338 C 0.04701 -0.02106 0.04792 -0.02153 0.03893 -0.0162 C 0.03711 -0.01528 0.03529 -0.01528 0.03333 -0.01481 C 0.02943 -0.01412 0.02539 -0.01389 0.02135 -0.01342 C 0.02005 -0.01296 0.01862 -0.01273 0.01745 -0.01203 C 0.01563 -0.01088 0.00938 -0.00555 0.00625 -0.00486 C 0.00221 -0.00416 -0.00182 -0.00393 -0.00573 -0.00347 C -0.00469 -0.00301 -0.00351 -0.00324 -0.0026 -0.00208 C -0.00182 -0.00115 -0.00169 0.00093 -0.00104 0.00232 L -0.00013 0.0007 Z " pathEditMode="relative" ptsTypes="AAAAAAAAAAAAAAAAAAAAAAAAAAAAAAAAAAAAAAAAAAA">
                                      <p:cBhvr>
                                        <p:cTn id="7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3" dur="21504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EAEAE"/>
                                      </p:to>
                                    </p:animClr>
                                    <p:animClr clrSpc="rgb" dir="cw">
                                      <p:cBhvr>
                                        <p:cTn id="9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EAEAE"/>
                                      </p:to>
                                    </p:animClr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2031 -0.02709 0.01823 0.02291 -0.03281 -0.02987 C -0.03593 -0.03311 -0.0388 -0.03774 -0.04231 -0.03982 C -0.0431 -0.04028 -0.04557 -0.04144 -0.04479 -0.04121 C -0.01744 -0.03079 -0.02656 -0.03172 0.0056 -0.0257 C 0.01328 -0.02408 0.02097 -0.02385 0.02865 -0.02269 C 0.03216 -0.02223 0.04258 -0.0213 0.03907 -0.0213 C 0.01784 -0.0213 -0.00351 -0.02223 -0.02474 -0.02269 C -0.04023 -0.02362 -0.05573 -0.02223 -0.07109 -0.0257 C -0.07317 -0.02616 -0.07695 -0.03241 -0.07513 -0.03403 C -0.05612 -0.05024 -0.03567 -0.05973 -0.01601 -0.07246 C 0.09154 -0.03727 0.04024 -0.05139 -0.00247 -0.07385 C -0.0095 -0.07755 -0.01627 -0.08334 -0.02317 -0.08797 C -0.01041 -0.09167 0.00222 -0.09931 0.01511 -0.09931 C 0.02891 -0.09931 0.04479 -0.10232 0.05586 -0.08797 C 0.06354 -0.07778 0.03672 -0.08519 0.02709 -0.0838 C 0.00873 -0.08612 -0.01106 -0.07801 -0.02799 -0.09074 C -0.0414 -0.10116 0.00313 -0.10463 0.01589 -0.09213 C 0.02253 -0.08588 0.00638 -0.07107 0 -0.06389 C -0.02213 -0.03936 -0.05963 -0.01783 -0.03437 -0.03264 C -0.01419 -0.03218 0.00625 -0.03658 0.02631 -0.03125 C 0.03047 -0.0301 0.03607 -0.02107 0.03425 -0.01436 C 0.03073 -0.00047 0.0211 0.00463 0.01433 0.01412 C 0.01354 0.01504 0.01107 0.01759 0.01198 0.01689 C 0.03138 0.00393 0.01993 0.01064 0.01667 0.01134 C 0.01198 0.01203 0.00716 0.01226 0.00235 0.01273 C 0.00365 0.01088 0.00482 0.00833 0.00638 0.00694 C 0.00743 0.00601 0.00508 0.01064 0.00391 0.01134 L 0.00157 0.00972 C 0.00078 0.0074 0 0.00509 -0.00078 0.00277 C -0.0013 0.00162 -0.00286 0.00092 -0.00247 0 C -0.00182 -0.00162 -0.00026 -0.00209 0.00078 -0.00162 C 0.00131 -0.00139 0.00013 -0.00024 0 0 Z " pathEditMode="relative" ptsTypes="AAAAAAAAAAAAAAAAAAAAAAAAAAAAAAAAAA">
                                      <p:cBhvr>
                                        <p:cTn id="102" dur="3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4" dur="3578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0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>
                <p:cTn id="10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>
                <p:cTn id="10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>
                <p:cTn id="10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10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  <p:bldLst>
      <p:bldP spid="4" grpId="0"/>
      <p:bldP spid="5" grpId="0"/>
      <p:bldP spid="6" grpId="0" build="allAtOnce"/>
      <p:bldP spid="6" grpId="1" build="allAtOnce"/>
      <p:bldP spid="7" grpId="0"/>
      <p:bldP spid="8" grpId="0"/>
      <p:bldP spid="9" grpId="0"/>
      <p:bldP spid="9" grpId="1"/>
      <p:bldP spid="10" grpId="0"/>
      <p:bldP spid="11" grpId="0"/>
      <p:bldP spid="12" grpId="0"/>
      <p:bldP spid="13" grpId="0" build="allAtOnce"/>
      <p:bldP spid="13" grpId="1" build="allAtOnce"/>
      <p:bldP spid="3" grpId="0"/>
      <p:bldP spid="3" grpId="1" build="allAtOnce"/>
      <p:bldP spid="15" grpId="0"/>
      <p:bldP spid="15" grpId="1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76023F-CC8C-2218-0EC6-57C5F7FCBB52}"/>
              </a:ext>
            </a:extLst>
          </p:cNvPr>
          <p:cNvSpPr txBox="1"/>
          <p:nvPr/>
        </p:nvSpPr>
        <p:spPr>
          <a:xfrm>
            <a:off x="1408466" y="2221905"/>
            <a:ext cx="937071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I slowly                   , bracing myself for a sprint that would allow me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F1B35-D652-AAFB-EFF7-8C5D56D881D3}"/>
              </a:ext>
            </a:extLst>
          </p:cNvPr>
          <p:cNvSpPr txBox="1"/>
          <p:nvPr/>
        </p:nvSpPr>
        <p:spPr>
          <a:xfrm>
            <a:off x="1410056" y="3037318"/>
            <a:ext cx="720695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to accomplish my mission of jumping across the             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1FC65-A29A-4515-4EF8-79F02D9D96C5}"/>
              </a:ext>
            </a:extLst>
          </p:cNvPr>
          <p:cNvSpPr txBox="1"/>
          <p:nvPr/>
        </p:nvSpPr>
        <p:spPr>
          <a:xfrm>
            <a:off x="8844898" y="1586927"/>
            <a:ext cx="15524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backed up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B89848-C477-DEF8-B0D1-23322CA871A4}"/>
              </a:ext>
            </a:extLst>
          </p:cNvPr>
          <p:cNvSpPr txBox="1"/>
          <p:nvPr/>
        </p:nvSpPr>
        <p:spPr>
          <a:xfrm>
            <a:off x="8438972" y="3030196"/>
            <a:ext cx="11821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Then,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969E03-3B5E-CC1C-BF3B-272784C5B373}"/>
              </a:ext>
            </a:extLst>
          </p:cNvPr>
          <p:cNvSpPr txBox="1"/>
          <p:nvPr/>
        </p:nvSpPr>
        <p:spPr>
          <a:xfrm>
            <a:off x="1410056" y="3813560"/>
            <a:ext cx="769833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after I reached 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a good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 stopping point, I began my sprint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.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DDC546-C0C3-667F-0F9D-E6758AF6F705}"/>
              </a:ext>
            </a:extLst>
          </p:cNvPr>
          <p:cNvSpPr txBox="1"/>
          <p:nvPr/>
        </p:nvSpPr>
        <p:spPr>
          <a:xfrm>
            <a:off x="7426909" y="3044440"/>
            <a:ext cx="10120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latin typeface="Times New Roman"/>
              </a:rPr>
              <a:t>stream</a:t>
            </a:r>
            <a:endParaRPr lang="en-US" dirty="0"/>
          </a:p>
        </p:txBody>
      </p:sp>
      <p:pic>
        <p:nvPicPr>
          <p:cNvPr id="9" name="soundreality-spring-forest-nature-332842">
            <a:hlinkClick r:id="" action="ppaction://media"/>
            <a:extLst>
              <a:ext uri="{FF2B5EF4-FFF2-40B4-BE49-F238E27FC236}">
                <a16:creationId xmlns:a16="http://schemas.microsoft.com/office/drawing/2014/main" id="{DDAAB9F4-C32B-AFF1-19C2-65D3936FCC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26214" y="256499"/>
            <a:ext cx="487363" cy="487363"/>
          </a:xfrm>
          <a:prstGeom prst="rect">
            <a:avLst/>
          </a:prstGeom>
        </p:spPr>
      </p:pic>
      <p:pic>
        <p:nvPicPr>
          <p:cNvPr id="10" name="freesound_community-stream-5-55471">
            <a:hlinkClick r:id="" action="ppaction://media"/>
            <a:extLst>
              <a:ext uri="{FF2B5EF4-FFF2-40B4-BE49-F238E27FC236}">
                <a16:creationId xmlns:a16="http://schemas.microsoft.com/office/drawing/2014/main" id="{0D01874A-9F0B-8E59-136C-B0B73B95D43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26214" y="25649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0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07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6 -0.00047 L -0.0056 -0.00024 C -0.0112 0.00046 -0.01679 0.00162 -0.02239 0.00231 C -0.02721 0.00277 -0.0638 0.00486 -0.06705 0.00509 C -0.06797 0.00694 -0.06849 0.00926 -0.06953 0.01064 C -0.07018 0.0118 -0.07109 0.01203 -0.07187 0.01226 C -0.07929 0.01342 -0.08672 0.01435 -0.09427 0.01504 C -0.10599 0.01597 -0.11771 0.01597 -0.12929 0.01643 C -0.13203 0.01782 -0.13463 0.0199 -0.13737 0.0206 C -0.14362 0.02268 -0.15651 0.025 -0.15651 0.02523 C -0.16692 0.03426 -0.15872 0.02824 -0.17968 0.03055 C -0.19635 0.0324 -0.17851 0.03125 -0.19635 0.03495 C -0.20299 0.03611 -0.21627 0.03773 -0.21627 0.03796 C -0.22669 0.0368 -0.23711 0.03657 -0.24752 0.03495 C -0.25312 0.03379 -0.25859 0.03055 -0.26419 0.02916 L -0.26979 0.02777 L -0.38711 0.03055 C -0.3983 0.0324 -0.39687 0.04722 -0.40468 0.05185 C -0.40638 0.05301 -0.40846 0.05254 -0.41028 0.05324 C -0.41211 0.05393 -0.41393 0.05532 -0.41588 0.05601 C -0.41745 0.05671 -0.41901 0.05717 -0.42057 0.0574 C -0.43958 0.06226 -0.42643 0.05856 -0.43737 0.0618 C -0.44166 0.06134 -0.44596 0.06111 -0.45013 0.06041 C -0.45117 0.06018 -0.45247 0.06018 -0.45338 0.05902 C -0.45937 0.05023 -0.4483 0.0581 -0.45651 0.05324 C -0.46106 0.05856 -0.46497 0.0662 -0.47005 0.06875 C -0.47343 0.0706 -0.47656 0.07176 -0.47968 0.07453 C -0.48164 0.07615 -0.48333 0.0787 -0.48528 0.08009 C -0.48646 0.08101 -0.48789 0.08125 -0.48919 0.08148 C -0.49375 0.0831 -0.4983 0.08426 -0.50286 0.08588 C -0.50416 0.08634 -0.50547 0.08657 -0.50677 0.08726 C -0.50755 0.08773 -0.50833 0.08819 -0.50924 0.08865 C -0.51028 0.08912 -0.51133 0.08958 -0.51237 0.09004 C -0.51419 0.09328 -0.51328 0.09282 -0.51471 0.09282 L -0.51471 0.09305 " pathEditMode="relative" rAng="0" ptsTypes="AAAAAAAAAAAAAAAAAAAAAAAAAAAAAAAAAAA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456" y="4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8B6DB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8B6DB"/>
                                      </p:to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8196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4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3" grpId="0"/>
      <p:bldP spid="4" grpId="0"/>
      <p:bldP spid="5" grpId="0"/>
      <p:bldP spid="5" grpId="1"/>
      <p:bldP spid="6" grpId="0"/>
      <p:bldP spid="7" grpId="0"/>
      <p:bldP spid="8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ADEEFB-A198-56D0-4656-D3C77CFC500C}"/>
              </a:ext>
            </a:extLst>
          </p:cNvPr>
          <p:cNvSpPr txBox="1"/>
          <p:nvPr/>
        </p:nvSpPr>
        <p:spPr>
          <a:xfrm>
            <a:off x="1445662" y="2617148"/>
            <a:ext cx="937188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       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     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as fast as I could, running until I felt a twinge of pain in my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   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     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C99AD4-B24B-781D-9955-BA06F180B78E}"/>
              </a:ext>
            </a:extLst>
          </p:cNvPr>
          <p:cNvSpPr txBox="1"/>
          <p:nvPr/>
        </p:nvSpPr>
        <p:spPr>
          <a:xfrm>
            <a:off x="10237151" y="2231740"/>
            <a:ext cx="10183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bolted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F6621-7E02-FABB-744B-9B878E0EECB7}"/>
              </a:ext>
            </a:extLst>
          </p:cNvPr>
          <p:cNvSpPr txBox="1"/>
          <p:nvPr/>
        </p:nvSpPr>
        <p:spPr>
          <a:xfrm>
            <a:off x="9884635" y="2617149"/>
            <a:ext cx="10326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latin typeface="Times New Roman"/>
              </a:rPr>
              <a:t>paws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79133-9F41-AAA4-56A0-A02D5781E088}"/>
              </a:ext>
            </a:extLst>
          </p:cNvPr>
          <p:cNvSpPr txBox="1"/>
          <p:nvPr/>
        </p:nvSpPr>
        <p:spPr>
          <a:xfrm>
            <a:off x="1445663" y="3357784"/>
            <a:ext cx="77410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However, this did not deter me as I took a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              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...all to...​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7D57D-DAAE-8C03-0878-B91A2A9393E1}"/>
              </a:ext>
            </a:extLst>
          </p:cNvPr>
          <p:cNvSpPr txBox="1"/>
          <p:nvPr/>
        </p:nvSpPr>
        <p:spPr>
          <a:xfrm>
            <a:off x="966008" y="4739113"/>
            <a:ext cx="116792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big leap</a:t>
            </a:r>
            <a:endParaRPr lang="en-US" dirty="0"/>
          </a:p>
        </p:txBody>
      </p:sp>
      <p:pic>
        <p:nvPicPr>
          <p:cNvPr id="2" name="soundreality-spring-forest-nature-332842">
            <a:hlinkClick r:id="" action="ppaction://media"/>
            <a:extLst>
              <a:ext uri="{FF2B5EF4-FFF2-40B4-BE49-F238E27FC236}">
                <a16:creationId xmlns:a16="http://schemas.microsoft.com/office/drawing/2014/main" id="{0F31A2FC-F3D9-5198-7EE9-194EE5D570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19210" y="149495"/>
            <a:ext cx="487363" cy="487363"/>
          </a:xfrm>
          <a:prstGeom prst="rect">
            <a:avLst/>
          </a:prstGeom>
        </p:spPr>
      </p:pic>
      <p:pic>
        <p:nvPicPr>
          <p:cNvPr id="8" name="freesound_community-stream-5-55471">
            <a:hlinkClick r:id="" action="ppaction://media"/>
            <a:extLst>
              <a:ext uri="{FF2B5EF4-FFF2-40B4-BE49-F238E27FC236}">
                <a16:creationId xmlns:a16="http://schemas.microsoft.com/office/drawing/2014/main" id="{1C1A43D7-130D-C511-4B47-42B30B671DB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19209" y="149495"/>
            <a:ext cx="487363" cy="487363"/>
          </a:xfrm>
          <a:prstGeom prst="rect">
            <a:avLst/>
          </a:prstGeom>
        </p:spPr>
      </p:pic>
      <p:pic>
        <p:nvPicPr>
          <p:cNvPr id="9" name="freesound_community-running-on-grass-with-wet-feet-7030">
            <a:hlinkClick r:id="" action="ppaction://media"/>
            <a:extLst>
              <a:ext uri="{FF2B5EF4-FFF2-40B4-BE49-F238E27FC236}">
                <a16:creationId xmlns:a16="http://schemas.microsoft.com/office/drawing/2014/main" id="{86797DF1-D7AD-C3AC-79FC-EDF6B3B9BF67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19209" y="14949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93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0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907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8196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162 L -0.00052 -0.00162 C -0.0056 -0.00324 -0.01068 -0.00417 -0.01575 -0.00602 C -0.03529 -0.01273 -0.01615 -0.00857 -0.03333 -0.01158 C -0.03594 -0.01111 -0.0388 -0.01227 -0.04128 -0.01019 C -0.05456 0.00092 -0.04023 -0.00278 -0.05091 0.0081 C -0.05247 0.00995 -0.05456 0.00926 -0.05638 0.00972 C -0.0845 -0.00857 -0.07448 2.22222E-6 -0.0875 -0.01158 C -0.09049 -0.01019 -0.09349 -0.00926 -0.09635 -0.00741 C -0.09961 -0.00509 -0.10234 0.00116 -0.10586 0.00116 C -0.1112 0.00116 -0.11602 -0.00463 -0.12109 -0.00741 C -0.12318 -0.01065 -0.125 -0.01482 -0.12747 -0.01736 C -0.13359 -0.02361 -0.13307 -0.01389 -0.13867 -0.01019 C -0.14141 -0.00834 -0.14453 -0.00926 -0.1474 -0.0088 C -0.1543 -0.01597 -0.16133 -0.02269 -0.1681 -0.03009 C -0.17187 -0.03403 -0.17487 -0.04167 -0.1793 -0.04283 C -0.18346 -0.04375 -0.18724 -0.0382 -0.19128 -0.03565 C -0.20195 -0.01945 -0.21654 0.00995 -0.23281 0.01389 C -0.23867 0.01528 -0.24453 0.01018 -0.25039 0.0081 C -0.25898 0.00046 -0.2651 -0.0081 -0.27591 -0.00324 C -0.28464 0.00092 -0.30065 0.01666 -0.30065 0.01666 C -0.32539 0.01389 -0.30143 0.01898 -0.33411 0.00116 C -0.3401 -0.00209 -0.34635 -0.00371 -0.35247 -0.00602 C -0.35755 -0.00509 -0.36289 -0.00625 -0.36758 -0.00324 C -0.37305 0.00046 -0.37708 0.00856 -0.38203 0.01389 C -0.38568 0.01782 -0.38919 0.02245 -0.3931 0.02523 C -0.3957 0.02685 -0.39844 0.02616 -0.40117 0.02662 C -0.4043 0.02338 -0.40794 0.02106 -0.41068 0.01666 C -0.41784 0.00532 -0.42174 -0.01389 -0.4306 -0.02014 L -0.44258 -0.02871 C -0.44557 -0.02778 -0.4487 -0.02801 -0.45143 -0.02593 C -0.45312 -0.02431 -0.45885 -0.01412 -0.46094 -0.01019 C -0.46575 -0.01158 -0.47057 -0.01297 -0.47539 -0.01459 C -0.47904 -0.01574 -0.48268 -0.01829 -0.48646 -0.01875 L -0.49922 -0.01736 C -0.5026 -0.01551 -0.52031 -0.00463 -0.52565 -0.00463 C -0.53229 -0.00463 -0.53893 -0.00741 -0.54557 -0.0088 C -0.54844 -0.00949 -0.55143 -0.00972 -0.5543 -0.01019 C -0.55781 -0.00648 -0.56146 -0.00324 -0.56471 0.00116 C -0.56758 0.00486 -0.5694 0.01134 -0.57266 0.01389 C -0.5763 0.01666 -0.5806 0.01574 -0.58464 0.01666 C -0.60182 0.00509 -0.60286 0.00162 -0.61654 -0.00162 C -0.61953 -0.00232 -0.6224 -0.00255 -0.62539 -0.00324 C -0.63359 -0.00116 -0.64193 -0.00023 -0.65013 0.00254 C -0.65612 0.00463 -0.66927 0.01597 -0.67396 0.01805 C -0.68216 0.02176 -0.67825 0.02037 -0.68594 0.02245 C -0.69102 0.02569 -0.69596 0.02916 -0.70117 0.03241 L -0.70833 0.03657 C -0.71198 0.04629 -0.71094 0.0419 -0.71224 0.0493 C -0.7056 0.05231 -0.71224 0.04861 -0.70677 0.05347 C -0.70599 0.05416 -0.7043 0.05509 -0.7043 0.05509 L -0.7043 0.05509 " pathEditMode="relative" ptsTypes="AAAAAAAAAAAAAAAAAAAAAAAAAAAAAAAAAAAAAAAAAAAAAAAAAAAA">
                                      <p:cBhvr>
                                        <p:cTn id="2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204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84545"/>
                                      </p:to>
                                    </p:animClr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84545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6 -0.01389 L 0.0086 -0.01389 C 0.01172 -0.01783 0.01472 -0.02199 0.0181 -0.02547 C 0.02058 -0.02778 0.02344 -0.02917 0.02605 -0.03102 C 0.028 -0.03241 0.02969 -0.03403 0.03164 -0.03519 C 0.03321 -0.03635 0.0349 -0.03681 0.03646 -0.0382 C 0.03998 -0.04098 0.03998 -0.04352 0.04362 -0.04375 C 0.05209 -0.04468 0.06068 -0.04468 0.06914 -0.04514 C 0.07292 -0.04468 0.07657 -0.04375 0.08034 -0.04375 C 0.08607 -0.04375 0.09219 -0.04537 0.09792 -0.04653 C 0.10716 -0.05348 0.11016 -0.0551 0.1194 -0.06505 C 0.12683 -0.07315 0.1362 -0.08658 0.14258 -0.0963 C 0.15599 -0.1169 0.16485 -0.13195 0.17683 -0.15579 C 0.19532 -0.1926 0.21771 -0.23912 0.23503 -0.27917 C 0.24115 -0.29329 0.24662 -0.30787 0.25261 -0.32176 C 0.25677 -0.33148 0.26003 -0.3426 0.26537 -0.35023 C 0.28008 -0.37107 0.28269 -0.37755 0.30052 -0.39121 C 0.30612 -0.3956 0.31198 -0.39931 0.3181 -0.40116 C 0.32331 -0.40301 0.32865 -0.40209 0.33399 -0.40255 C 0.34284 -0.40162 0.3517 -0.40209 0.36029 -0.39977 C 0.3642 -0.39885 0.36784 -0.39537 0.37149 -0.39283 C 0.375 -0.39028 0.37852 -0.3875 0.3819 -0.38426 C 0.38972 -0.37662 0.39571 -0.36875 0.40183 -0.35718 C 0.40664 -0.34815 0.41042 -0.33773 0.41537 -0.32894 C 0.41719 -0.3257 0.41901 -0.32223 0.42097 -0.31898 C 0.42253 -0.31644 0.42448 -0.31482 0.42578 -0.31181 C 0.42904 -0.30394 0.43112 -0.29422 0.43451 -0.28635 C 0.43633 -0.28218 0.43841 -0.27801 0.44011 -0.27361 C 0.44245 -0.26713 0.44388 -0.25973 0.44649 -0.25371 C 0.45 -0.24584 0.45052 -0.24584 0.45287 -0.23519 C 0.45378 -0.23102 0.45638 -0.21922 0.45769 -0.2169 L 0.45925 -0.21412 L 0.46172 -0.20556 L 0.46172 -0.20556 " pathEditMode="relative" ptsTypes="AAAAAAAAAAAAAAAAAAAAAAAAAAAAAAAAAA">
                                      <p:cBhvr>
                                        <p:cTn id="4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4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>
                <p:cTn id="4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4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3" grpId="0"/>
      <p:bldP spid="4" grpId="0"/>
      <p:bldP spid="4" grpId="1"/>
      <p:bldP spid="5" grpId="0" build="allAtOnce"/>
      <p:bldP spid="6" grpId="0"/>
      <p:bldP spid="7" grpId="0"/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59AD8C-3939-998F-454F-CAA7EA8A6ACB}"/>
              </a:ext>
            </a:extLst>
          </p:cNvPr>
          <p:cNvSpPr txBox="1"/>
          <p:nvPr/>
        </p:nvSpPr>
        <p:spPr>
          <a:xfrm>
            <a:off x="1032616" y="1769937"/>
            <a:ext cx="21008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0" i="0" u="none" strike="noStrike" baseline="0" dirty="0">
                <a:latin typeface="Times New Roman"/>
              </a:rPr>
              <a:t>SPLASH! 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ACA578-78F3-2C69-DE22-5697ECE24688}"/>
              </a:ext>
            </a:extLst>
          </p:cNvPr>
          <p:cNvSpPr txBox="1"/>
          <p:nvPr/>
        </p:nvSpPr>
        <p:spPr>
          <a:xfrm>
            <a:off x="2549494" y="1913934"/>
            <a:ext cx="12248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/>
              </a:rPr>
              <a:t>Ptooey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/>
              </a:rPr>
              <a:t>,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375CDB-ED70-1BBD-020C-89047BF935DF}"/>
              </a:ext>
            </a:extLst>
          </p:cNvPr>
          <p:cNvSpPr txBox="1"/>
          <p:nvPr/>
        </p:nvSpPr>
        <p:spPr>
          <a:xfrm>
            <a:off x="3425438" y="1847950"/>
            <a:ext cx="11892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/>
              </a:rPr>
              <a:t>ptooey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,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1CF3A-763C-E292-EBA3-0ADDA9213E41}"/>
              </a:ext>
            </a:extLst>
          </p:cNvPr>
          <p:cNvSpPr txBox="1"/>
          <p:nvPr/>
        </p:nvSpPr>
        <p:spPr>
          <a:xfrm>
            <a:off x="4474175" y="1686458"/>
            <a:ext cx="15097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latin typeface="Times New Roman"/>
              </a:rPr>
              <a:t>ptooey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B94F98-2F09-CEC0-DC0F-BEE455897C9A}"/>
              </a:ext>
            </a:extLst>
          </p:cNvPr>
          <p:cNvSpPr txBox="1"/>
          <p:nvPr/>
        </p:nvSpPr>
        <p:spPr>
          <a:xfrm>
            <a:off x="5932205" y="1855149"/>
            <a:ext cx="10468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C00000"/>
                </a:solidFill>
                <a:latin typeface="Times New Roman"/>
              </a:rPr>
              <a:t>UGH!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753C46-E99E-6DB6-1697-F203A889ADA6}"/>
              </a:ext>
            </a:extLst>
          </p:cNvPr>
          <p:cNvSpPr txBox="1"/>
          <p:nvPr/>
        </p:nvSpPr>
        <p:spPr>
          <a:xfrm>
            <a:off x="6979065" y="1862271"/>
            <a:ext cx="22147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How did I miss?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C46FA-A781-90CF-098D-77CAB2A15858}"/>
              </a:ext>
            </a:extLst>
          </p:cNvPr>
          <p:cNvSpPr txBox="1"/>
          <p:nvPr/>
        </p:nvSpPr>
        <p:spPr>
          <a:xfrm>
            <a:off x="9193850" y="1855149"/>
            <a:ext cx="168067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latin typeface="Times New Roman"/>
              </a:rPr>
              <a:t>That’s okay,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1CDE33-59C8-264A-751B-DB39CEA5479F}"/>
              </a:ext>
            </a:extLst>
          </p:cNvPr>
          <p:cNvSpPr txBox="1"/>
          <p:nvPr/>
        </p:nvSpPr>
        <p:spPr>
          <a:xfrm>
            <a:off x="1032616" y="2773822"/>
            <a:ext cx="16450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just swim!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3AE714-8859-2154-1925-C14CD4496BC3}"/>
              </a:ext>
            </a:extLst>
          </p:cNvPr>
          <p:cNvSpPr txBox="1"/>
          <p:nvPr/>
        </p:nvSpPr>
        <p:spPr>
          <a:xfrm>
            <a:off x="2542373" y="2773822"/>
            <a:ext cx="12320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latin typeface="Times New Roman"/>
              </a:rPr>
              <a:t>SWIM!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47F448-2388-A047-9E5E-883099421ED6}"/>
              </a:ext>
            </a:extLst>
          </p:cNvPr>
          <p:cNvSpPr txBox="1"/>
          <p:nvPr/>
        </p:nvSpPr>
        <p:spPr>
          <a:xfrm>
            <a:off x="3696056" y="2773822"/>
            <a:ext cx="522717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/>
              </a:rPr>
              <a:t>Okay... I made it. Now where’s that        -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E467D3-DFF6-128E-DA54-085EC97F92E2}"/>
              </a:ext>
            </a:extLst>
          </p:cNvPr>
          <p:cNvSpPr txBox="1"/>
          <p:nvPr/>
        </p:nvSpPr>
        <p:spPr>
          <a:xfrm>
            <a:off x="8859139" y="2894887"/>
            <a:ext cx="67654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/>
              </a:rPr>
              <a:t>oh.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EECB38-E691-853F-B6D7-0EEA0B4AAA20}"/>
              </a:ext>
            </a:extLst>
          </p:cNvPr>
          <p:cNvSpPr txBox="1"/>
          <p:nvPr/>
        </p:nvSpPr>
        <p:spPr>
          <a:xfrm>
            <a:off x="9215215" y="2894887"/>
            <a:ext cx="202250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/>
              </a:rPr>
              <a:t>He got away already.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D3B8D4-8370-12ED-E301-1C89C0BF154D}"/>
              </a:ext>
            </a:extLst>
          </p:cNvPr>
          <p:cNvSpPr txBox="1"/>
          <p:nvPr/>
        </p:nvSpPr>
        <p:spPr>
          <a:xfrm>
            <a:off x="5042017" y="4117553"/>
            <a:ext cx="178037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i="0" u="none" strike="noStrike" baseline="0" dirty="0">
                <a:solidFill>
                  <a:srgbClr val="000000"/>
                </a:solidFill>
                <a:latin typeface="Times New Roman"/>
              </a:rPr>
              <a:t>Mission cancelled.</a:t>
            </a:r>
            <a:endParaRPr lang="en-US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A3FB0B-2EFE-4049-BA67-98A99A303AF5}"/>
              </a:ext>
            </a:extLst>
          </p:cNvPr>
          <p:cNvSpPr txBox="1"/>
          <p:nvPr/>
        </p:nvSpPr>
        <p:spPr>
          <a:xfrm>
            <a:off x="5334730" y="4917392"/>
            <a:ext cx="133172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0" i="0" u="none" strike="noStrike" baseline="0" dirty="0">
                <a:solidFill>
                  <a:srgbClr val="A84545"/>
                </a:solidFill>
                <a:latin typeface="Times New Roman"/>
              </a:rPr>
              <a:t>I hate</a:t>
            </a:r>
            <a:r>
              <a:rPr lang="en-US" sz="1600" dirty="0">
                <a:solidFill>
                  <a:srgbClr val="A84545"/>
                </a:solidFill>
                <a:latin typeface="Times New Roman"/>
              </a:rPr>
              <a:t>          </a:t>
            </a:r>
            <a:r>
              <a:rPr lang="en-US" sz="1600" b="0" i="0" u="none" strike="noStrike" baseline="0" dirty="0">
                <a:solidFill>
                  <a:srgbClr val="A84545"/>
                </a:solidFill>
                <a:latin typeface="Times New Roman"/>
              </a:rPr>
              <a:t>.</a:t>
            </a:r>
            <a:r>
              <a:rPr sz="1600" b="0" i="0" dirty="0">
                <a:solidFill>
                  <a:srgbClr val="A84545"/>
                </a:solidFill>
                <a:latin typeface="Times New Roman"/>
                <a:ea typeface="Times New Roman"/>
                <a:cs typeface="Times New Roman"/>
              </a:rPr>
              <a:t>​</a:t>
            </a:r>
            <a:endParaRPr lang="en-US" sz="1600" dirty="0">
              <a:solidFill>
                <a:srgbClr val="A84545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C74FC6-8ABA-BCB4-D83F-FCF74B33DE3B}"/>
              </a:ext>
            </a:extLst>
          </p:cNvPr>
          <p:cNvSpPr txBox="1"/>
          <p:nvPr/>
        </p:nvSpPr>
        <p:spPr>
          <a:xfrm>
            <a:off x="5833237" y="4917390"/>
            <a:ext cx="64805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0" i="0" u="none" strike="noStrike" baseline="0" dirty="0">
                <a:solidFill>
                  <a:srgbClr val="A84545"/>
                </a:solidFill>
                <a:latin typeface="Times New Roman"/>
              </a:rPr>
              <a:t>water</a:t>
            </a:r>
            <a:endParaRPr lang="en-US" dirty="0">
              <a:solidFill>
                <a:srgbClr val="A84545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DEEF24-4C71-B0FE-7DF1-B551820539A3}"/>
              </a:ext>
            </a:extLst>
          </p:cNvPr>
          <p:cNvSpPr txBox="1"/>
          <p:nvPr/>
        </p:nvSpPr>
        <p:spPr>
          <a:xfrm>
            <a:off x="8098815" y="2771776"/>
            <a:ext cx="824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 err="1">
                <a:latin typeface="Times New Roman"/>
              </a:rPr>
              <a:t>squi</a:t>
            </a:r>
            <a:endParaRPr lang="en-US" dirty="0"/>
          </a:p>
        </p:txBody>
      </p:sp>
      <p:pic>
        <p:nvPicPr>
          <p:cNvPr id="20" name="soundreality-spring-forest-nature-332842">
            <a:hlinkClick r:id="" action="ppaction://media"/>
            <a:extLst>
              <a:ext uri="{FF2B5EF4-FFF2-40B4-BE49-F238E27FC236}">
                <a16:creationId xmlns:a16="http://schemas.microsoft.com/office/drawing/2014/main" id="{E98D72C5-6BD6-4604-2899-3C19D2DE55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67848" y="256500"/>
            <a:ext cx="487363" cy="487363"/>
          </a:xfrm>
          <a:prstGeom prst="rect">
            <a:avLst/>
          </a:prstGeom>
        </p:spPr>
      </p:pic>
      <p:pic>
        <p:nvPicPr>
          <p:cNvPr id="21" name="freesound_community-stream-5-55471">
            <a:hlinkClick r:id="" action="ppaction://media"/>
            <a:extLst>
              <a:ext uri="{FF2B5EF4-FFF2-40B4-BE49-F238E27FC236}">
                <a16:creationId xmlns:a16="http://schemas.microsoft.com/office/drawing/2014/main" id="{99C0C6A0-5F28-E1BA-1EA8-2BA9A1B5A37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67848" y="256500"/>
            <a:ext cx="487363" cy="487363"/>
          </a:xfrm>
          <a:prstGeom prst="rect">
            <a:avLst/>
          </a:prstGeom>
        </p:spPr>
      </p:pic>
      <p:pic>
        <p:nvPicPr>
          <p:cNvPr id="22" name="universfield-water-splash-02-352021">
            <a:hlinkClick r:id="" action="ppaction://media"/>
            <a:extLst>
              <a:ext uri="{FF2B5EF4-FFF2-40B4-BE49-F238E27FC236}">
                <a16:creationId xmlns:a16="http://schemas.microsoft.com/office/drawing/2014/main" id="{320D73E6-25A9-0A31-D5EA-6E90B887A16F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67848" y="256500"/>
            <a:ext cx="487363" cy="487363"/>
          </a:xfrm>
          <a:prstGeom prst="rect">
            <a:avLst/>
          </a:prstGeom>
        </p:spPr>
      </p:pic>
      <p:pic>
        <p:nvPicPr>
          <p:cNvPr id="23" name="freesound_community-lake-swimming-53833">
            <a:hlinkClick r:id="" action="ppaction://media"/>
            <a:extLst>
              <a:ext uri="{FF2B5EF4-FFF2-40B4-BE49-F238E27FC236}">
                <a16:creationId xmlns:a16="http://schemas.microsoft.com/office/drawing/2014/main" id="{3CDE4376-7F18-FCC2-7B5D-DE40A1B1AF2E}"/>
              </a:ext>
            </a:extLst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>
                  <p14:trim end="57002"/>
                </p14:media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67848" y="241606"/>
            <a:ext cx="487363" cy="487363"/>
          </a:xfrm>
          <a:prstGeom prst="rect">
            <a:avLst/>
          </a:prstGeom>
        </p:spPr>
      </p:pic>
      <p:pic>
        <p:nvPicPr>
          <p:cNvPr id="24" name="Triggered - QuickSounds.com">
            <a:hlinkClick r:id="" action="ppaction://media"/>
            <a:extLst>
              <a:ext uri="{FF2B5EF4-FFF2-40B4-BE49-F238E27FC236}">
                <a16:creationId xmlns:a16="http://schemas.microsoft.com/office/drawing/2014/main" id="{56B8D90B-88B2-9628-CA6A-B4B02C8A7E28}"/>
              </a:ext>
            </a:extLst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9">
                  <p14:trim end="2607.75"/>
                </p14:media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42637" y="271394"/>
            <a:ext cx="487363" cy="487363"/>
          </a:xfrm>
          <a:prstGeom prst="rect">
            <a:avLst/>
          </a:prstGeom>
        </p:spPr>
      </p:pic>
      <p:pic>
        <p:nvPicPr>
          <p:cNvPr id="25" name="Triggered - QuickSounds.com">
            <a:hlinkClick r:id="" action="ppaction://media"/>
            <a:extLst>
              <a:ext uri="{FF2B5EF4-FFF2-40B4-BE49-F238E27FC236}">
                <a16:creationId xmlns:a16="http://schemas.microsoft.com/office/drawing/2014/main" id="{F8BCE523-DD77-6D7E-C574-BB0EA508CAFB}"/>
              </a:ext>
            </a:extLst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9">
                  <p14:trim end="1842.75"/>
                </p14:media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76831" y="263947"/>
            <a:ext cx="487363" cy="487363"/>
          </a:xfrm>
          <a:prstGeom prst="rect">
            <a:avLst/>
          </a:prstGeom>
        </p:spPr>
      </p:pic>
      <p:pic>
        <p:nvPicPr>
          <p:cNvPr id="26" name="floraphonic-cartoon-slap-2-189831">
            <a:hlinkClick r:id="" action="ppaction://media"/>
            <a:extLst>
              <a:ext uri="{FF2B5EF4-FFF2-40B4-BE49-F238E27FC236}">
                <a16:creationId xmlns:a16="http://schemas.microsoft.com/office/drawing/2014/main" id="{A4ACF848-D066-B3B7-DEB6-433285077A5A}"/>
              </a:ext>
            </a:extLst>
          </p:cNvPr>
          <p:cNvPicPr>
            <a:picLocks noChangeAspect="1"/>
          </p:cNvPicPr>
          <p:nvPr>
            <a:audioFile r:link="rId11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76830" y="29373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55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8B6DB"/>
                                      </p:to>
                                    </p:animClr>
                                    <p:animClr clrSpc="rgb" dir="cw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8B6DB"/>
                                      </p:to>
                                    </p:animClr>
                                    <p:set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39072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8196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4512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1110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8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AD0A"/>
                                      </p:to>
                                    </p:animClr>
                                    <p:animClr clrSpc="rgb" dir="cw">
                                      <p:cBhvr>
                                        <p:cTn id="6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AD0A"/>
                                      </p:to>
                                    </p:animClr>
                                    <p:set>
                                      <p:cBhvr>
                                        <p:cTn id="64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2000" tmFilter="0, 0; .2, .5; .8, .5; 1, 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1000" autoRev="1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1000" autoRev="1" fill="remove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84545"/>
                                      </p:to>
                                    </p:animClr>
                                    <p:animClr clrSpc="rgb" dir="cw">
                                      <p:cBhvr>
                                        <p:cTn id="81" dur="1000" autoRev="1" fill="remove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84545"/>
                                      </p:to>
                                    </p:animClr>
                                    <p:set>
                                      <p:cBhvr>
                                        <p:cTn id="82" dur="1000" autoRev="1" fill="remove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1000" autoRev="1" fill="remove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EAEAE"/>
                                      </p:to>
                                    </p:animClr>
                                    <p:animClr clrSpc="rgb" dir="cw">
                                      <p:cBhvr>
                                        <p:cTn id="96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EAEAE"/>
                                      </p:to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0" dur="97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3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9" dur="1296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8B6DB"/>
                                      </p:to>
                                    </p:animClr>
                                    <p:animClr clrSpc="rgb" dir="cw">
                                      <p:cBhvr>
                                        <p:cTn id="13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8B6DB"/>
                                      </p:to>
                                    </p:animClr>
                                    <p:set>
                                      <p:cBhvr>
                                        <p:cTn id="13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091 -0.00069 -0.02917 -0.01991 -0.03594 -0.03125 C -0.0375 -0.0338 -0.03802 -0.03773 -0.03907 -0.0412 C -0.02956 -0.06643 -0.03737 -0.04838 0.0056 -0.0412 C 0.05286 -0.03333 0.04596 -0.02731 0.01757 -0.03981 C 0.01263 -0.0419 0.00794 -0.04537 0.00312 -0.04815 C 0.00234 -0.04907 0.00052 -0.0493 0.00078 -0.05116 C 0.00104 -0.05324 0.00521 -0.0537 0.00403 -0.05393 C -0.00417 -0.05555 -0.0125 -0.05486 -0.02071 -0.05532 C -0.00534 -0.08287 -0.00808 -0.07917 0.04153 -0.05116 C 0.04622 -0.04838 0.03997 -0.03194 0.03593 -0.02685 C 0.02057 -0.00787 0.00234 0.00324 -0.01433 0.01852 C -0.00873 -0.00486 -0.00821 -0.01134 0.01354 -0.02685 C 0.01653 -0.02917 -0.01198 0.03542 -0.01198 0.01991 C -0.01198 0.0037 -0.00131 -0.00671 0.00403 -0.01991 C 0.00924 -0.01366 0.0056 -0.01991 0.00234 -0.00278 C 0.00195 -0.00046 0.00481 -0.00602 0.00481 -0.00856 C 0.00481 -0.00995 0.00312 -0.00764 0.00234 -0.00717 C 0.0026 -0.00463 0.00286 -0.00231 0.00312 0 C 0.00338 0.00185 0.00468 0.00417 0.00403 0.00579 C 0.00338 0.00718 0.00065 0.00093 0 0 Z " pathEditMode="relative" ptsTypes="AAAAAAAAAAAAAAAAAAAAAA">
                                      <p:cBhvr>
                                        <p:cTn id="135" dur="2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7" dur="1736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>
                <p:cTn id="139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>
                <p:cTn id="14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>
                <p:cTn id="1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audio>
              <p:cMediaNode vol="80000">
                <p:cTn id="14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  <p:audio>
              <p:cMediaNode vol="80000">
                <p:cTn id="1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  <p:audio>
              <p:cMediaNode vol="80000">
                <p:cTn id="1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  <p:bldLst>
      <p:bldP spid="3" grpId="0" build="allAtOnce"/>
      <p:bldP spid="3" grpId="1" build="allAtOnce"/>
      <p:bldP spid="4" grpId="0"/>
      <p:bldP spid="4" grpId="1"/>
      <p:bldP spid="5" grpId="0"/>
      <p:bldP spid="5" grpId="1"/>
      <p:bldP spid="7" grpId="0" build="allAtOnce"/>
      <p:bldP spid="7" grpId="1" build="allAtOnce"/>
      <p:bldP spid="8" grpId="0"/>
      <p:bldP spid="9" grpId="0" build="allAtOnce"/>
      <p:bldP spid="10" grpId="0"/>
      <p:bldP spid="11" grpId="0" build="allAtOnce"/>
      <p:bldP spid="11" grpId="1" build="allAtOnce"/>
      <p:bldP spid="12" grpId="0"/>
      <p:bldP spid="13" grpId="0"/>
      <p:bldP spid="14" grpId="0"/>
      <p:bldP spid="15" grpId="0"/>
      <p:bldP spid="16" grpId="0"/>
      <p:bldP spid="17" grpId="0" build="allAtOnce"/>
      <p:bldP spid="17" grpId="1" build="allAtOnce"/>
      <p:bldP spid="18" grpId="0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</TotalTime>
  <Words>228</Words>
  <Application>Microsoft Office PowerPoint</Application>
  <PresentationFormat>Widescreen</PresentationFormat>
  <Paragraphs>51</Paragraphs>
  <Slides>5</Slides>
  <Notes>0</Notes>
  <HiddenSlides>0</HiddenSlides>
  <MMClips>20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Chloe Eanes</cp:lastModifiedBy>
  <cp:revision>306</cp:revision>
  <dcterms:created xsi:type="dcterms:W3CDTF">2026-08-29T21:35:27Z</dcterms:created>
  <dcterms:modified xsi:type="dcterms:W3CDTF">2026-08-30T21:59:42Z</dcterms:modified>
</cp:coreProperties>
</file>